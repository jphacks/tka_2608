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142a652d544eba" /><Relationship Type="http://schemas.openxmlformats.org/officeDocument/2006/relationships/extended-properties" Target="/docProps/app.xml" Id="Rf9b6bfa465f24d79" /><Relationship Type="http://schemas.openxmlformats.org/officeDocument/2006/relationships/officeDocument" Target="/ppt/presentation.xml" Id="R7c8d5bf2759f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9eb444b05d47be"/>
  </p:sldMasterIdLst>
  <p:notesMasterIdLst>
    <p:notesMasterId xmlns:r="http://schemas.openxmlformats.org/officeDocument/2006/relationships" r:id="Re6a7414d0b1b42cc"/>
  </p:notesMasterIdLst>
  <p:sldIdLst>
    <p:sldId xmlns:r="http://schemas.openxmlformats.org/officeDocument/2006/relationships" id="256" r:id="Rabf951a25da541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5213dd508d4a33" /><Relationship Type="http://schemas.openxmlformats.org/officeDocument/2006/relationships/slideMaster" Target="/ppt/slideMasters/slideMaster1.xml" Id="Rab9eb444b05d47be" /><Relationship Type="http://schemas.openxmlformats.org/officeDocument/2006/relationships/notesMaster" Target="/ppt/notesMasters/notesMaster1.xml" Id="Re6a7414d0b1b42cc" /><Relationship Type="http://schemas.openxmlformats.org/officeDocument/2006/relationships/presProps" Target="/ppt/presProps.xml" Id="Rbae81c5fb90948e8" /><Relationship Type="http://schemas.openxmlformats.org/officeDocument/2006/relationships/tableStyles" Target="/ppt/tableStyles.xml" Id="R3c7bcf4c675841bc" /><Relationship Type="http://schemas.openxmlformats.org/officeDocument/2006/relationships/slide" Target="/ppt/slides/slide1.xml" Id="Rabf951a25da541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2430588d9c4b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bffc08eb87437f" /><Relationship Type="http://schemas.openxmlformats.org/officeDocument/2006/relationships/notesMaster" Target="/ppt/notesMasters/notesMaster1.xml" Id="R3a06e21a4b944b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題は、やることがあるのについSNSを開き、進まない自分に落ち込んでしまうこと。「ついついスマホを開く」という行為自体に、社会的にも個人的にもネガティブなイメージがあるという問題意識から、AIチューターの助言でやるべきことの遂行を後押しし、ポジティブな体験へつなげる。</a:t>
            </a:r>
          </a:p>
          <a:p xmlns:a="http://schemas.openxmlformats.org/drawingml/2006/main">
            <a:r>
              <a:t>キャラクター画像は既存iOSアプリのAssets.xcassetsから原画像を使用。</a:t>
            </a:r>
          </a:p>
          <a:p xmlns:a="http://schemas.openxmlformats.org/drawingml/2006/main">
            <a:r>
              <a:t>iOSアプリのWelcomeStepViewは todomeru_ios/todomeru_ios/Features/Onboarding/OnboardingSteps.swift に実装されている。実機で動作することはユーザーの共有による。</a:t>
            </a:r>
          </a:p>
          <a:p xmlns:a="http://schemas.openxmlformats.org/drawingml/2006/main">
            <a:r>
              <a:t>初期設定画面はユーザー指定のFigma先頭画面（ようこそ 64:2）。出典: https://www.figma.com/design/48CTZsdZVoKdV87ZnlYQin/JPhack?node-id=64-2 。画像はデザインの書き出しであり実機のキャプチャではない。画像内の旧製品名は元デザインのまま保持。保存先: C:\Users\Aya\.codex\visualizations\2026\10\18\01a14ca3-b25f-7762-ad75-94e6cb1d4563\todomeru-one-slide\build\figma-welcome.png。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656b0888747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c5c4313ae4b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8061b6c5d4d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ed33de1a84a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60c9668e647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14bf5d43a47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61CBA7-0F16-4C11-A960-DE6E51584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7ED8DE-F1BF-4F18-8CD5-AB259B9D65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778E01-0AE3-4423-85B4-F9C337A7D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8F0C45-D5F7-4C64-AB08-5FE81B048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3849F0-B656-4A9C-98F0-77952C9CE4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FA0D77-773B-489C-8333-05D7690342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57E35D-4101-4B6A-9983-A16562D71B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9FB33A-12DE-4A11-A53F-56107864A8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1664A4-41ED-4DC3-928E-9C3BC79DA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D4EF92-AA78-4807-91B0-0B0D795CD3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9cf34240544fd2" /><Relationship Type="http://schemas.openxmlformats.org/officeDocument/2006/relationships/slideLayout" Target="/ppt/slideLayouts/slideLayout1.xml" Id="Rcaf8e7b409924adb" /><Relationship Type="http://schemas.openxmlformats.org/officeDocument/2006/relationships/slideLayout" Target="/ppt/slideLayouts/slideLayout2.xml" Id="R34207fc12d884541" /><Relationship Type="http://schemas.openxmlformats.org/officeDocument/2006/relationships/slideLayout" Target="/ppt/slideLayouts/slideLayout3.xml" Id="R6b904b6d399a45bb" /><Relationship Type="http://schemas.openxmlformats.org/officeDocument/2006/relationships/slideLayout" Target="/ppt/slideLayouts/slideLayout4.xml" Id="Ra99ef5f7b5284b8f" /><Relationship Type="http://schemas.openxmlformats.org/officeDocument/2006/relationships/slideLayout" Target="/ppt/slideLayouts/slideLayout5.xml" Id="Rf81cdf9fae1f44e1" /><Relationship Type="http://schemas.openxmlformats.org/officeDocument/2006/relationships/slideLayout" Target="/ppt/slideLayouts/slideLayout6.xml" Id="R780d5c0afa5a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8e7b409924adb"/>
    <p:sldLayoutId xmlns:r="http://schemas.openxmlformats.org/officeDocument/2006/relationships" id="2147483650" r:id="R34207fc12d884541"/>
    <p:sldLayoutId xmlns:r="http://schemas.openxmlformats.org/officeDocument/2006/relationships" id="2147483651" r:id="R6b904b6d399a45bb"/>
    <p:sldLayoutId xmlns:r="http://schemas.openxmlformats.org/officeDocument/2006/relationships" id="2147483652" r:id="Ra99ef5f7b5284b8f"/>
    <p:sldLayoutId xmlns:r="http://schemas.openxmlformats.org/officeDocument/2006/relationships" id="2147483653" r:id="Rf81cdf9fae1f44e1"/>
    <p:sldLayoutId xmlns:r="http://schemas.openxmlformats.org/officeDocument/2006/relationships" id="2147483654" r:id="R780d5c0afa5a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b13fdf81845d4" /><Relationship Type="http://schemas.openxmlformats.org/officeDocument/2006/relationships/image" Target="/ppt/media/image.png" Id="R9b535e3e70a2427b" /><Relationship Type="http://schemas.openxmlformats.org/officeDocument/2006/relationships/image" Target="/ppt/media/image2.png" Id="R67eb44cad4c34c8f" /><Relationship Type="http://schemas.openxmlformats.org/officeDocument/2006/relationships/image" Target="/ppt/media/image3.png" Id="R0b8175a4584c4943" /><Relationship Type="http://schemas.openxmlformats.org/officeDocument/2006/relationships/image" Target="/ppt/media/image4.png" Id="Rbf35eab5b8f24d55" /><Relationship Type="http://schemas.openxmlformats.org/officeDocument/2006/relationships/notesSlide" Target="/ppt/notesSlides/notesSlide1.xml" Id="R3d0001f8439b49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roduct-name">
            <a:extLst xmlns:a="http://schemas.openxmlformats.org/drawingml/2006/main">
              <a:ext uri="{FF2B5EF4-FFF2-40B4-BE49-F238E27FC236}">
                <a16:creationId xmlns:a16="http://schemas.microsoft.com/office/drawing/2014/main" id="{0D600833-1DD7-4FEA-A0B2-1C30C04A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4C322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4C3223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4C3223"/>
                </a:solidFill>
                <a:latin typeface="Yu Gothic"/>
                <a:ea typeface="Yu Gothic"/>
                <a:cs typeface="Yu Gothic"/>
              </a:rPr>
              <a:t>ToDo〆～る</a:t>
            </a:r>
          </a:p>
        </p:txBody>
      </p:sp>
      <p:sp>
        <p:nvSpPr>
          <p:cNvPr id="2" name="purpose">
            <a:extLst xmlns:a="http://schemas.openxmlformats.org/drawingml/2006/main">
              <a:ext uri="{FF2B5EF4-FFF2-40B4-BE49-F238E27FC236}">
                <a16:creationId xmlns:a16="http://schemas.microsoft.com/office/drawing/2014/main" id="{F5AC7694-2463-44F6-8031-924CC342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C322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4C322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4C3223"/>
                </a:solidFill>
                <a:latin typeface="Yu Gothic"/>
                <a:ea typeface="Yu Gothic"/>
                <a:cs typeface="Yu Gothic"/>
              </a:rPr>
              <a:t>「ついつい開く」を、ポジティブに。</a:t>
            </a:r>
          </a:p>
        </p:txBody>
      </p:sp>
      <p:sp>
        <p:nvSpPr>
          <p:cNvPr id="3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2A2A0ADD-6504-4B7C-8AC2-1734A666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A86528"/>
                </a:solidFill>
                <a:latin typeface="Yu Gothic"/>
                <a:ea typeface="Yu Gothic"/>
                <a:cs typeface="Yu Gothic"/>
              </a:rPr>
              <a:t>課題</a:t>
            </a:r>
          </a:p>
        </p:txBody>
      </p:sp>
      <p:sp>
        <p:nvSpPr>
          <p:cNvPr id="4" name="problem">
            <a:extLst xmlns:a="http://schemas.openxmlformats.org/drawingml/2006/main">
              <a:ext uri="{FF2B5EF4-FFF2-40B4-BE49-F238E27FC236}">
                <a16:creationId xmlns:a16="http://schemas.microsoft.com/office/drawing/2014/main" id="{F201E68C-9E8F-4010-AB47-4859AB2B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719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C322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4C3223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4C3223"/>
                </a:solidFill>
                <a:latin typeface="Yu Gothic"/>
                <a:ea typeface="Yu Gothic"/>
                <a:cs typeface="Yu Gothic"/>
              </a:rPr>
              <a:t>SNSでやることが進まず、落ち込む。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DC6FA-1D6D-4BBB-9C60-27B662308B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35e3e70a2427b"/>
          <a:stretch xmlns:a="http://schemas.openxmlformats.org/drawingml/2006/main"/>
        </p:blipFill>
        <p:spPr>
          <a:xfrm xmlns:a="http://schemas.openxmlformats.org/drawingml/2006/main">
            <a:off x="552450" y="3028950"/>
            <a:ext cx="2266950" cy="22669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2F05-BDB1-4A22-B288-BC85FBE76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b44cad4c34c8f"/>
          <a:stretch xmlns:a="http://schemas.openxmlformats.org/drawingml/2006/main"/>
        </p:blipFill>
        <p:spPr>
          <a:xfrm xmlns:a="http://schemas.openxmlformats.org/drawingml/2006/main">
            <a:off x="3028950" y="3028950"/>
            <a:ext cx="2266950" cy="22669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6994D-93FA-4BE0-83BC-087C3BC8B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175a4584c4943"/>
          <a:stretch xmlns:a="http://schemas.openxmlformats.org/drawingml/2006/main"/>
        </p:blipFill>
        <p:spPr>
          <a:xfrm xmlns:a="http://schemas.openxmlformats.org/drawingml/2006/main">
            <a:off x="5505450" y="3028950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8" name="scrolling-caption">
            <a:extLst xmlns:a="http://schemas.openxmlformats.org/drawingml/2006/main">
              <a:ext uri="{FF2B5EF4-FFF2-40B4-BE49-F238E27FC236}">
                <a16:creationId xmlns:a16="http://schemas.microsoft.com/office/drawing/2014/main" id="{AC970CF9-61A5-4120-9A15-37979C07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80684C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80684C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80684C"/>
                </a:solidFill>
                <a:latin typeface="Yu Gothic"/>
                <a:ea typeface="Yu Gothic"/>
                <a:cs typeface="Yu Gothic"/>
              </a:rPr>
              <a:t>ついSNS</a:t>
            </a:r>
          </a:p>
        </p:txBody>
      </p:sp>
      <p:sp>
        <p:nvSpPr>
          <p:cNvPr id="9" name="ant-caption">
            <a:extLst xmlns:a="http://schemas.openxmlformats.org/drawingml/2006/main">
              <a:ext uri="{FF2B5EF4-FFF2-40B4-BE49-F238E27FC236}">
                <a16:creationId xmlns:a16="http://schemas.microsoft.com/office/drawing/2014/main" id="{39F0592F-FD6D-4AA6-BABE-3946C411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816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A86528"/>
                </a:solidFill>
                <a:latin typeface="Yu Gothic"/>
                <a:ea typeface="Yu Gothic"/>
                <a:cs typeface="Yu Gothic"/>
              </a:rPr>
              <a:t>アリが助言</a:t>
            </a:r>
          </a:p>
        </p:txBody>
      </p:sp>
      <p:sp>
        <p:nvSpPr>
          <p:cNvPr id="10" name="doing-caption">
            <a:extLst xmlns:a="http://schemas.openxmlformats.org/drawingml/2006/main">
              <a:ext uri="{FF2B5EF4-FFF2-40B4-BE49-F238E27FC236}">
                <a16:creationId xmlns:a16="http://schemas.microsoft.com/office/drawing/2014/main" id="{570999F6-80EE-4D08-AC0C-768A26DC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816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80684C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80684C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80684C"/>
                </a:solidFill>
                <a:latin typeface="Yu Gothic"/>
                <a:ea typeface="Yu Gothic"/>
                <a:cs typeface="Yu Gothic"/>
              </a:rPr>
              <a:t>やることが進む</a:t>
            </a:r>
          </a:p>
        </p:txBody>
      </p:sp>
      <p:sp>
        <p:nvSpPr>
          <p:cNvPr id="11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9BB75809-D070-4369-B713-27CC19D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A86528"/>
                </a:solidFill>
                <a:latin typeface="Yu Gothic"/>
                <a:ea typeface="Yu Gothic"/>
                <a:cs typeface="Yu Gothic"/>
              </a:rPr>
              <a:t>解決策</a:t>
            </a:r>
          </a:p>
        </p:txBody>
      </p:sp>
      <p:sp>
        <p:nvSpPr>
          <p:cNvPr id="12" name="solution">
            <a:extLst xmlns:a="http://schemas.openxmlformats.org/drawingml/2006/main">
              <a:ext uri="{FF2B5EF4-FFF2-40B4-BE49-F238E27FC236}">
                <a16:creationId xmlns:a16="http://schemas.microsoft.com/office/drawing/2014/main" id="{F6BAD60B-FD92-4D2C-AC5C-BD135AC5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771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C322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4C3223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4C3223"/>
                </a:solidFill>
                <a:latin typeface="Yu Gothic"/>
                <a:ea typeface="Yu Gothic"/>
                <a:cs typeface="Yu Gothic"/>
              </a:rPr>
              <a:t>AIの助言で、スマホを開く体験をプラスに。</a:t>
            </a:r>
          </a:p>
        </p:txBody>
      </p:sp>
      <p:sp>
        <p:nvSpPr>
          <p:cNvPr id="13" name="ios-heading">
            <a:extLst xmlns:a="http://schemas.openxmlformats.org/drawingml/2006/main">
              <a:ext uri="{FF2B5EF4-FFF2-40B4-BE49-F238E27FC236}">
                <a16:creationId xmlns:a16="http://schemas.microsoft.com/office/drawing/2014/main" id="{03DCD303-7545-4539-896D-B119069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6096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A86528"/>
                </a:solidFill>
                <a:latin typeface="Yu Gothic"/>
                <a:ea typeface="Yu Gothic"/>
                <a:cs typeface="Yu Gothic"/>
              </a:rPr>
              <a:t>iOSアプリとして開発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091F3-1145-4C67-A8CF-9C2E7505D7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5eab5b8f24d55"/>
          <a:stretch xmlns:a="http://schemas.openxmlformats.org/drawingml/2006/main"/>
        </p:blipFill>
        <p:spPr>
          <a:xfrm xmlns:a="http://schemas.openxmlformats.org/drawingml/2006/main">
            <a:off x="8971795" y="1152525"/>
            <a:ext cx="2420859" cy="5248275"/>
          </a:xfrm>
          <a:prstGeom xmlns:a="http://schemas.openxmlformats.org/drawingml/2006/main" prst="roundRect">
            <a:avLst>
              <a:gd name="adj" fmla="val 10623"/>
            </a:avLst>
          </a:prstGeom>
        </p:spPr>
      </p:pic>
      <p:sp>
        <p:nvSpPr>
          <p:cNvPr id="15" name="screen-source">
            <a:extLst xmlns:a="http://schemas.openxmlformats.org/drawingml/2006/main">
              <a:ext uri="{FF2B5EF4-FFF2-40B4-BE49-F238E27FC236}">
                <a16:creationId xmlns:a16="http://schemas.microsoft.com/office/drawing/2014/main" id="{BD66160A-58C1-45C0-8D15-CAC390AC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64770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80684C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80684C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80684C"/>
                </a:solidFill>
                <a:latin typeface="Yu Gothic"/>
                <a:ea typeface="Yu Gothic"/>
                <a:cs typeface="Yu Gothic"/>
              </a:rPr>
              <a:t>初期設定画面（Figma）</a:t>
            </a:r>
          </a:p>
        </p:txBody>
      </p:sp>
      <p:sp>
        <p:nvSpPr>
          <p:cNvPr id="17" name="スマートフォンの外枠">
            <a:extLst xmlns:a="http://schemas.openxmlformats.org/drawingml/2006/main">
              <a:ext uri="{FF2B5EF4-FFF2-40B4-BE49-F238E27FC236}">
                <a16:creationId xmlns:a16="http://schemas.microsoft.com/office/drawing/2014/main" id="{81255C09-B6E6-42E6-9E38-7C60CB6C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220" y="1123950"/>
            <a:ext cx="2478009" cy="5305425"/>
          </a:xfrm>
          <a:prstGeom xmlns:a="http://schemas.openxmlformats.org/drawingml/2006/main" prst="roundRect">
            <a:avLst>
              <a:gd name="adj" fmla="val 11531"/>
            </a:avLst>
          </a:prstGeom>
          <a:noFill xmlns:a="http://schemas.openxmlformats.org/drawingml/2006/main"/>
          <a:ln xmlns:a="http://schemas.openxmlformats.org/drawingml/2006/main" w="57150">
            <a:solidFill>
              <a:srgbClr val="302B24"/>
            </a:solidFill>
            <a:prstDash val="solid"/>
          </a:ln>
        </p:spPr>
      </p:sp>
      <p:sp>
        <p:nvSpPr>
          <p:cNvPr id="18" name="SNSからアリの助言へ">
            <a:extLst xmlns:a="http://schemas.openxmlformats.org/drawingml/2006/main">
              <a:ext uri="{FF2B5EF4-FFF2-40B4-BE49-F238E27FC236}">
                <a16:creationId xmlns:a16="http://schemas.microsoft.com/office/drawing/2014/main" id="{74D4E446-8C12-4055-85B9-69667163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A86528"/>
                </a:solidFill>
                <a:latin typeface="Yu Gothic"/>
                <a:ea typeface="Yu Gothic"/>
                <a:cs typeface="Yu Gothic"/>
              </a:rPr>
              <a:t>⇒</a:t>
            </a:r>
          </a:p>
        </p:txBody>
      </p:sp>
      <p:sp>
        <p:nvSpPr>
          <p:cNvPr id="19" name="助言から行動へ">
            <a:extLst xmlns:a="http://schemas.openxmlformats.org/drawingml/2006/main">
              <a:ext uri="{FF2B5EF4-FFF2-40B4-BE49-F238E27FC236}">
                <a16:creationId xmlns:a16="http://schemas.microsoft.com/office/drawing/2014/main" id="{6FDF90EC-13D1-4393-8EBB-281DD677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433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A86528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A86528"/>
                </a:solidFill>
                <a:latin typeface="Yu Gothic"/>
                <a:ea typeface="Yu Gothic"/>
                <a:cs typeface="Yu Gothic"/>
              </a:rPr>
              <a:t>⇒</a:t>
            </a:r>
          </a:p>
        </p:txBody>
      </p:sp>
    </p:spTree>
    <p:extLst>
      <p:ext uri="{BB962C8B-B14F-4D97-AF65-F5344CB8AC3E}">
        <p14:creationId xmlns:p14="http://schemas.microsoft.com/office/powerpoint/2010/main" val="712743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2026-10-18T04:12:13.8150000Z</dcterms:created>
  <dcterms:modified xsi:type="dcterms:W3CDTF">2026-10-18T04:12:13.8150000Z</dcterms:modified>
</coreProperties>
</file>